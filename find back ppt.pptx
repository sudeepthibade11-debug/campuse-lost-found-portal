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736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items (image matching, email/push alerts) need extra services. Confirm implementation status by testing the project before presenting features as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pic>
        <p:nvPicPr>
          <p:cNvPr id="3" name="Image 0" descr="College 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0"/>
            <a:ext cx="9034272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F7FA"/>
                </a:solidFill>
              </a:rPr>
              <a:t>Find Back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4D69A"/>
                </a:solidFill>
              </a:rPr>
              <a:t>Smart College Lost-and-Found System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Idea: </a:t>
            </a:r>
            <a:r>
              <a:rPr lang="en-US" sz="1200" dirty="0">
                <a:solidFill>
                  <a:srgbClr val="F5F7FA"/>
                </a:solidFill>
              </a:rPr>
              <a:t>one secure place where students report lost and found items, get match suggestions, and college staff verify claims before items are returned.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Problem domain: </a:t>
            </a:r>
            <a:r>
              <a:rPr lang="en-US" sz="1200" dirty="0">
                <a:solidFill>
                  <a:srgbClr val="F5F7FA"/>
                </a:solidFill>
              </a:rPr>
              <a:t>Web development / College management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69A"/>
                </a:solidFill>
              </a:rPr>
              <a:t>Users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</a:rPr>
              <a:t>Students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</a:rPr>
              <a:t>College management staff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</a:rPr>
              <a:t>Administrator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34D69A"/>
              </a:solidFill>
            </a:endParaRPr>
          </a:p>
          <a:p>
            <a:pPr marL="0" indent="0">
              <a:buNone/>
            </a:pPr>
            <a:endParaRPr lang="en-US" sz="1200" b="1" dirty="0">
              <a:solidFill>
                <a:srgbClr val="34D69A"/>
              </a:solidFill>
            </a:endParaRPr>
          </a:p>
          <a:p>
            <a:pPr marL="0" indent="0">
              <a:buNone/>
            </a:pPr>
            <a:endParaRPr lang="en-US" sz="1200" b="1" dirty="0">
              <a:solidFill>
                <a:srgbClr val="34D69A"/>
              </a:solidFill>
            </a:endParaRPr>
          </a:p>
          <a:p>
            <a:pPr marL="0" indent="0">
              <a:buNone/>
            </a:pPr>
            <a:endParaRPr lang="en-US" sz="1200" b="1" dirty="0">
              <a:solidFill>
                <a:srgbClr val="34D69A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4D69A"/>
                </a:solidFill>
              </a:rPr>
              <a:t>PRESENTED BY:</a:t>
            </a:r>
          </a:p>
          <a:p>
            <a:pPr marL="0" indent="0">
              <a:buNone/>
            </a:pPr>
            <a:endParaRPr lang="en-US" sz="1200" b="1" dirty="0">
              <a:solidFill>
                <a:srgbClr val="34D69A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4D69A"/>
                </a:solidFill>
              </a:rPr>
              <a:t>B.Sudeepthi-25MVCSMR0008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34D69A"/>
                </a:solidFill>
              </a:rPr>
              <a:t>B.Akshara-25MVCSMR0011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34D69A"/>
                </a:solidFill>
              </a:rPr>
              <a:t>G.Siri-25MVCSMR0035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34D69A"/>
                </a:solidFill>
              </a:rPr>
              <a:t>N.Sameera</a:t>
            </a:r>
            <a:r>
              <a:rPr lang="en-US" sz="1200" b="1" dirty="0">
                <a:solidFill>
                  <a:srgbClr val="34D69A"/>
                </a:solidFill>
              </a:rPr>
              <a:t> -25MVCSMR0063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34D69A"/>
                </a:solidFill>
              </a:rPr>
              <a:t>Shainith</a:t>
            </a:r>
            <a:r>
              <a:rPr lang="en-US" sz="1200" b="1" dirty="0">
                <a:solidFill>
                  <a:srgbClr val="34D69A"/>
                </a:solidFill>
              </a:rPr>
              <a:t> Varsha -25MVCSMR0080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868680"/>
            <a:ext cx="3246120" cy="3200400"/>
          </a:xfrm>
          <a:prstGeom prst="rect">
            <a:avLst/>
          </a:prstGeom>
          <a:solidFill>
            <a:srgbClr val="191D28"/>
          </a:solidFill>
          <a:ln w="9525">
            <a:solidFill>
              <a:srgbClr val="2329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932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6AC"/>
                </a:solidFill>
              </a:rPr>
              <a:t>LOST REPORTS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38039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6AC"/>
                </a:solidFill>
              </a:rPr>
              <a:t>FOUND REPORTS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669280" y="118872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3533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0" y="118872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ID Card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37376" y="118872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453732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7376" y="118872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Wallet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205472" y="118872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233F5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05472" y="118872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Phone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973568" y="118872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453732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73568" y="118872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Keys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69280" y="173736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453732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0" y="173736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Books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37376" y="173736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453732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37376" y="173736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Bottle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205472" y="173736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3533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05472" y="173736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Laptop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973568" y="1737360"/>
            <a:ext cx="658368" cy="457200"/>
          </a:xfrm>
          <a:prstGeom prst="roundRect">
            <a:avLst>
              <a:gd name="adj" fmla="val 9000"/>
            </a:avLst>
          </a:prstGeom>
          <a:solidFill>
            <a:srgbClr val="183535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73568" y="1737360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Charger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669280" y="2359152"/>
            <a:ext cx="2962656" cy="347472"/>
          </a:xfrm>
          <a:prstGeom prst="rect">
            <a:avLst/>
          </a:prstGeom>
          <a:solidFill>
            <a:srgbClr val="232937"/>
          </a:solidFill>
          <a:ln w="12700">
            <a:solidFill>
              <a:srgbClr val="23293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69280" y="235915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6AC"/>
                </a:solidFill>
              </a:rPr>
              <a:t>- - - AUTO MATCHING - - -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669280" y="281635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3533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69280" y="281635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ID Card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437376" y="281635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1E423F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37376" y="281635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Wallet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205472" y="281635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233F5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205472" y="281635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Phone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973568" y="281635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1E423F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973568" y="281635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Keys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669280" y="336499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1E423F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69280" y="336499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Books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437376" y="336499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1E423F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37376" y="336499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Bottle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205472" y="336499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3533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205472" y="336499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Laptop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973568" y="3364992"/>
            <a:ext cx="658368" cy="457200"/>
          </a:xfrm>
          <a:prstGeom prst="roundRect">
            <a:avLst>
              <a:gd name="adj" fmla="val 9000"/>
            </a:avLst>
          </a:prstGeom>
          <a:solidFill>
            <a:srgbClr val="183535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973568" y="3364992"/>
            <a:ext cx="6583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A"/>
                </a:solidFill>
              </a:rPr>
              <a:t>Charger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532120" y="411480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6AC"/>
                </a:solidFill>
              </a:rPr>
              <a:t>Sample view: each tile is one report and its status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5532120" y="4462272"/>
            <a:ext cx="109728" cy="109728"/>
          </a:xfrm>
          <a:prstGeom prst="rect">
            <a:avLst/>
          </a:prstGeom>
          <a:solidFill>
            <a:srgbClr val="F59E5B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678424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AC"/>
                </a:solidFill>
              </a:rPr>
              <a:t>Lost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6190488" y="4462272"/>
            <a:ext cx="109728" cy="109728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336792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AC"/>
                </a:solidFill>
              </a:rPr>
              <a:t>Found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6848856" y="4462272"/>
            <a:ext cx="109728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995160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AC"/>
                </a:solidFill>
              </a:rPr>
              <a:t>Matched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7507224" y="4462272"/>
            <a:ext cx="109728" cy="10972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653528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AC"/>
                </a:solidFill>
              </a:rPr>
              <a:t>Claim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8165592" y="4462272"/>
            <a:ext cx="109728" cy="109728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311896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AC"/>
                </a:solidFill>
              </a:rPr>
              <a:t>Returned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bar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A"/>
                </a:solidFill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AC"/>
                </a:solidFill>
              </a:rPr>
              <a:t>2</a:t>
            </a:r>
            <a:endParaRPr lang="en-US" sz="800" dirty="0"/>
          </a:p>
        </p:txBody>
      </p:sp>
      <p:sp>
        <p:nvSpPr>
          <p:cNvPr id="5" name="Card Real-world problem"/>
          <p:cNvSpPr/>
          <p:nvPr/>
        </p:nvSpPr>
        <p:spPr>
          <a:xfrm>
            <a:off x="365760" y="914400"/>
            <a:ext cx="2651760" cy="306324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45720"/>
          </a:xfrm>
          <a:prstGeom prst="rect">
            <a:avLst/>
          </a:prstGeom>
          <a:solidFill>
            <a:srgbClr val="F59E5B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Real-world problem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37160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Students lose ID cards, wallets, books, phones, keys and bottles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News spreads through chats and notice boards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Hard to know if someone has found it</a:t>
            </a:r>
            <a:endParaRPr lang="en-US" sz="1200" dirty="0"/>
          </a:p>
        </p:txBody>
      </p:sp>
      <p:sp>
        <p:nvSpPr>
          <p:cNvPr id="9" name="Card Why it matters"/>
          <p:cNvSpPr/>
          <p:nvPr/>
        </p:nvSpPr>
        <p:spPr>
          <a:xfrm>
            <a:off x="3246120" y="914400"/>
            <a:ext cx="2651760" cy="306324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14400"/>
            <a:ext cx="2651760" cy="45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37160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Items take long to get back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Ownership is hard to prove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Staff have no single record</a:t>
            </a:r>
            <a:endParaRPr lang="en-US" sz="1200" dirty="0"/>
          </a:p>
        </p:txBody>
      </p:sp>
      <p:sp>
        <p:nvSpPr>
          <p:cNvPr id="13" name="Card Key challenges"/>
          <p:cNvSpPr/>
          <p:nvPr/>
        </p:nvSpPr>
        <p:spPr>
          <a:xfrm>
            <a:off x="6126480" y="914400"/>
            <a:ext cx="2651760" cy="306324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14400"/>
            <a:ext cx="2651760" cy="45720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Key challenges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37160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Matching lost and found reports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Checking the real owner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Keeping students informed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</a:rPr>
              <a:t>Tracking every step of a case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Goal: one secure platform to report, match, claim and return lost items.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bar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A"/>
                </a:solidFill>
              </a:rPr>
              <a:t>Our Innovation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AC"/>
                </a:solidFill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97680" cy="278892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Core idea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</a:rPr>
              <a:t>Do not depend on chats and notice boards. Students report items, the system suggests matches, and college staff verify the owner before returning.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48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What makes it different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68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Match scores are explained, not a black box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Staff must verify ownership first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Every action is recorded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931920" cy="278892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Key features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37160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Lost and found reports with photos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Smart match suggestions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Claims with proof of ownership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Separate college management portal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In-app notifications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</a:rPr>
              <a:t>Full case history and audit log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Approach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2697480" cy="4572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31C"/>
                </a:solidFill>
              </a:rPr>
              <a:t>Students report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4160520"/>
            <a:ext cx="269748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18688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31C"/>
                </a:solidFill>
              </a:rPr>
              <a:t>System suggests matches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4160520"/>
            <a:ext cx="2697480" cy="45720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31C"/>
                </a:solidFill>
              </a:rPr>
              <a:t>Staff verify and return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bar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A"/>
                </a:solidFill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AC"/>
                </a:solidFill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828800" cy="347472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1828800" cy="658368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261872"/>
            <a:ext cx="1828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7FA"/>
                </a:solidFill>
              </a:rPr>
              <a:t>Item details, photo, place and time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91440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69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828800" cy="347472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261872"/>
            <a:ext cx="1828800" cy="658368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1261872"/>
            <a:ext cx="1828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7FA"/>
                </a:solidFill>
              </a:rPr>
              <a:t>Check and save the report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91440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69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1828800" cy="347472"/>
          </a:xfrm>
          <a:prstGeom prst="rect">
            <a:avLst/>
          </a:prstGeom>
          <a:solidFill>
            <a:srgbClr val="F59E5B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31C"/>
                </a:solidFill>
              </a:rPr>
              <a:t>Matching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1828800" cy="658368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1261872"/>
            <a:ext cx="1828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7FA"/>
                </a:solidFill>
              </a:rPr>
              <a:t>Score category, details, color, place, time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91440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69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914400"/>
            <a:ext cx="1828800" cy="347472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261872"/>
            <a:ext cx="1828800" cy="658368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1261872"/>
            <a:ext cx="1828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7FA"/>
                </a:solidFill>
              </a:rPr>
              <a:t>Match suggestion and alert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User journey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1463040" cy="566928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 Student reports lost item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2423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69A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103120" y="2423160"/>
            <a:ext cx="1463040" cy="566928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0312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 Finder or staff reports found item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2423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69A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40480" y="2423160"/>
            <a:ext cx="1463040" cy="566928"/>
          </a:xfrm>
          <a:prstGeom prst="rect">
            <a:avLst/>
          </a:prstGeom>
          <a:solidFill>
            <a:srgbClr val="F59E5B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31C"/>
                </a:solidFill>
              </a:rPr>
              <a:t>3  System suggests a match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0" y="2423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69A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77840" y="2423160"/>
            <a:ext cx="1463040" cy="566928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7784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 Student claims with proof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2423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69A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15200" y="2423160"/>
            <a:ext cx="1463040" cy="566928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 Staff verify and return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291840"/>
            <a:ext cx="8412480" cy="118872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69A"/>
                </a:solidFill>
              </a:rPr>
              <a:t>Example (illustrative)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</a:rPr>
              <a:t>Black wallet lost near Library  →  found report saved  →  match suggested  →  claim with proof  →  staff approve  →  returned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bar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A"/>
                </a:solidFill>
              </a:rPr>
              <a:t>Matching &amp; Technology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AC"/>
                </a:solidFill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3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3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type of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and wallet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and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words and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"black leather wallet"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Color, brand, 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Identifying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Brand, scratches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close the dates 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Monday, found Monday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building or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Block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365760" y="26974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6AC"/>
                </a:solidFill>
              </a:rPr>
              <a:t>Score S = sum of (weight × similarity). Weights are configurable. A high score is an estimate, not proof of ownership.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Tech stack (to be confirmed by project inspection)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291840"/>
            <a:ext cx="2651760" cy="29260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31C"/>
                </a:solidFill>
              </a:rPr>
              <a:t>Frontend: existing web framework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3291840"/>
            <a:ext cx="2651760" cy="29260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31C"/>
                </a:solidFill>
              </a:rPr>
              <a:t>Backend: existing server and APIs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291840"/>
            <a:ext cx="2651760" cy="29260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31C"/>
                </a:solidFill>
              </a:rPr>
              <a:t>Database: existing database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3703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What is stored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977640"/>
            <a:ext cx="2651760" cy="658368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69A"/>
                </a:solidFill>
              </a:rPr>
              <a:t>Reports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75488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F7FA"/>
                </a:solidFill>
              </a:rPr>
              <a:t>Lost and found reports with photos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3977640"/>
            <a:ext cx="2651760" cy="658368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10128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69A"/>
                </a:solidFill>
              </a:rPr>
              <a:t>Matches and claims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310128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F7FA"/>
                </a:solidFill>
              </a:rPr>
              <a:t>Suggestions, claims and decisions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977640"/>
            <a:ext cx="2651760" cy="658368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44768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69A"/>
                </a:solidFill>
              </a:rPr>
              <a:t>Notifications and audit log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144768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F7FA"/>
                </a:solidFill>
              </a:rPr>
              <a:t>Alerts, read status, case history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bar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A"/>
                </a:solidFill>
              </a:rPr>
              <a:t>Portals &amp; Demo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AC"/>
                </a:solidFill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480560" cy="3611880"/>
          </a:xfrm>
          <a:prstGeom prst="rect">
            <a:avLst/>
          </a:prstGeom>
          <a:solidFill>
            <a:srgbClr val="0E1219"/>
          </a:solidFill>
          <a:ln w="9525">
            <a:solidFill>
              <a:srgbClr val="23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480560" cy="274320"/>
          </a:xfrm>
          <a:prstGeom prst="rect">
            <a:avLst/>
          </a:prstGeom>
          <a:solidFill>
            <a:srgbClr val="191D28"/>
          </a:solidFill>
          <a:ln w="9525">
            <a:solidFill>
              <a:srgbClr val="23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05840"/>
            <a:ext cx="91440" cy="91440"/>
          </a:xfrm>
          <a:prstGeom prst="ellipse">
            <a:avLst/>
          </a:prstGeom>
          <a:solidFill>
            <a:srgbClr val="F59E5B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005840"/>
            <a:ext cx="91440" cy="914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005840"/>
            <a:ext cx="91440" cy="91440"/>
          </a:xfrm>
          <a:prstGeom prst="ellipse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9418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6AC"/>
                </a:solidFill>
              </a:rPr>
              <a:t>Find Back   |   Dashboard   Report   Matches   Claims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1325880" cy="621792"/>
          </a:xfrm>
          <a:prstGeom prst="roundRect">
            <a:avLst>
              <a:gd name="adj" fmla="val 9000"/>
            </a:avLst>
          </a:prstGeom>
          <a:solidFill>
            <a:srgbClr val="453732"/>
          </a:solidFill>
          <a:ln w="12700">
            <a:solidFill>
              <a:srgbClr val="F59E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1325880"/>
            <a:ext cx="132588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A"/>
                </a:solidFill>
              </a:rPr>
              <a:t>My Lost Reports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38528" y="1325880"/>
            <a:ext cx="1325880" cy="621792"/>
          </a:xfrm>
          <a:prstGeom prst="roundRect">
            <a:avLst>
              <a:gd name="adj" fmla="val 9000"/>
            </a:avLst>
          </a:prstGeom>
          <a:solidFill>
            <a:srgbClr val="1E423F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38528" y="1325880"/>
            <a:ext cx="132588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A"/>
                </a:solidFill>
              </a:rPr>
              <a:t>My Found Reports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74136" y="1325880"/>
            <a:ext cx="1325880" cy="621792"/>
          </a:xfrm>
          <a:prstGeom prst="roundRect">
            <a:avLst>
              <a:gd name="adj" fmla="val 9000"/>
            </a:avLst>
          </a:prstGeom>
          <a:solidFill>
            <a:srgbClr val="3533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74136" y="1325880"/>
            <a:ext cx="132588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A"/>
                </a:solidFill>
              </a:rPr>
              <a:t>My Claims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039112"/>
            <a:ext cx="1325880" cy="621792"/>
          </a:xfrm>
          <a:prstGeom prst="roundRect">
            <a:avLst>
              <a:gd name="adj" fmla="val 9000"/>
            </a:avLst>
          </a:prstGeom>
          <a:solidFill>
            <a:srgbClr val="233F5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039112"/>
            <a:ext cx="132588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A"/>
                </a:solidFill>
              </a:rPr>
              <a:t>Active Matches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38528" y="2039112"/>
            <a:ext cx="1325880" cy="621792"/>
          </a:xfrm>
          <a:prstGeom prst="roundRect">
            <a:avLst>
              <a:gd name="adj" fmla="val 9000"/>
            </a:avLst>
          </a:prstGeom>
          <a:solidFill>
            <a:srgbClr val="183535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38528" y="2039112"/>
            <a:ext cx="132588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A"/>
                </a:solidFill>
              </a:rPr>
              <a:t>Active Cases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4136" y="2039112"/>
            <a:ext cx="1325880" cy="621792"/>
          </a:xfrm>
          <a:prstGeom prst="roundRect">
            <a:avLst>
              <a:gd name="adj" fmla="val 9000"/>
            </a:avLst>
          </a:prstGeom>
          <a:solidFill>
            <a:srgbClr val="1634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74136" y="2039112"/>
            <a:ext cx="132588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A"/>
                </a:solidFill>
              </a:rPr>
              <a:t>Unread Notifications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A"/>
                </a:solidFill>
              </a:rPr>
              <a:t>Quick actions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108960"/>
            <a:ext cx="1325880" cy="292608"/>
          </a:xfrm>
          <a:prstGeom prst="roundRect">
            <a:avLst>
              <a:gd name="adj" fmla="val 18000"/>
            </a:avLst>
          </a:prstGeom>
          <a:solidFill>
            <a:srgbClr val="1B2C31"/>
          </a:solidFill>
          <a:ln w="9525">
            <a:solidFill>
              <a:srgbClr val="1293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69A"/>
                </a:solidFill>
              </a:rPr>
              <a:t>Report Lost Item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938528" y="3108960"/>
            <a:ext cx="1325880" cy="292608"/>
          </a:xfrm>
          <a:prstGeom prst="roundRect">
            <a:avLst>
              <a:gd name="adj" fmla="val 18000"/>
            </a:avLst>
          </a:prstGeom>
          <a:solidFill>
            <a:srgbClr val="1B2C31"/>
          </a:solidFill>
          <a:ln w="9525">
            <a:solidFill>
              <a:srgbClr val="1293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69A"/>
                </a:solidFill>
              </a:rPr>
              <a:t>Report Found Item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374136" y="3108960"/>
            <a:ext cx="1325880" cy="292608"/>
          </a:xfrm>
          <a:prstGeom prst="roundRect">
            <a:avLst>
              <a:gd name="adj" fmla="val 18000"/>
            </a:avLst>
          </a:prstGeom>
          <a:solidFill>
            <a:srgbClr val="1B2C31"/>
          </a:solidFill>
          <a:ln w="9525">
            <a:solidFill>
              <a:srgbClr val="1293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69A"/>
                </a:solidFill>
              </a:rPr>
              <a:t>Browse Lost Items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474720"/>
            <a:ext cx="1325880" cy="292608"/>
          </a:xfrm>
          <a:prstGeom prst="roundRect">
            <a:avLst>
              <a:gd name="adj" fmla="val 18000"/>
            </a:avLst>
          </a:prstGeom>
          <a:solidFill>
            <a:srgbClr val="1B2C31"/>
          </a:solidFill>
          <a:ln w="9525">
            <a:solidFill>
              <a:srgbClr val="1293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69A"/>
                </a:solidFill>
              </a:rPr>
              <a:t>Browse Found Items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938528" y="3474720"/>
            <a:ext cx="1325880" cy="292608"/>
          </a:xfrm>
          <a:prstGeom prst="roundRect">
            <a:avLst>
              <a:gd name="adj" fmla="val 18000"/>
            </a:avLst>
          </a:prstGeom>
          <a:solidFill>
            <a:srgbClr val="1B2C31"/>
          </a:solidFill>
          <a:ln w="9525">
            <a:solidFill>
              <a:srgbClr val="1293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69A"/>
                </a:solidFill>
              </a:rPr>
              <a:t>View My Matches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374136" y="3474720"/>
            <a:ext cx="1325880" cy="292608"/>
          </a:xfrm>
          <a:prstGeom prst="roundRect">
            <a:avLst>
              <a:gd name="adj" fmla="val 18000"/>
            </a:avLst>
          </a:prstGeom>
          <a:solidFill>
            <a:srgbClr val="1B2C31"/>
          </a:solidFill>
          <a:ln w="9525">
            <a:solidFill>
              <a:srgbClr val="1293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69A"/>
                </a:solidFill>
              </a:rPr>
              <a:t>View My Claims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3931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6AC"/>
                </a:solidFill>
              </a:rPr>
              <a:t>Sample layout: card values come from the database</a:t>
            </a:r>
            <a:endParaRPr lang="en-US" sz="850" dirty="0"/>
          </a:p>
        </p:txBody>
      </p:sp>
      <p:sp>
        <p:nvSpPr>
          <p:cNvPr id="32" name="Card College management portal"/>
          <p:cNvSpPr/>
          <p:nvPr/>
        </p:nvSpPr>
        <p:spPr>
          <a:xfrm>
            <a:off x="5029200" y="914400"/>
            <a:ext cx="3749040" cy="224028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914400"/>
            <a:ext cx="3749040" cy="45720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66360" y="1042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College management portal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137160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Live statistics dashboard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Verify or flag reports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Review matches and claims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Approve or reject with a reason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Send notifications</a:t>
            </a:r>
            <a:endParaRPr lang="en-US" sz="1050" dirty="0"/>
          </a:p>
        </p:txBody>
      </p:sp>
      <p:sp>
        <p:nvSpPr>
          <p:cNvPr id="36" name="Card Security"/>
          <p:cNvSpPr/>
          <p:nvPr/>
        </p:nvSpPr>
        <p:spPr>
          <a:xfrm>
            <a:off x="5029200" y="3291840"/>
            <a:ext cx="3749040" cy="123444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3291840"/>
            <a:ext cx="3749040" cy="45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66360" y="3419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</a:rPr>
              <a:t>Security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F7FA"/>
                </a:solidFill>
              </a:rPr>
              <a:t>Staff access approved by an administrator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F7FA"/>
                </a:solidFill>
              </a:rPr>
              <a:t>Role checks on the backend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5F7FA"/>
                </a:solidFill>
              </a:rPr>
              <a:t>Private student details protected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bar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A"/>
                </a:solidFill>
              </a:rPr>
              <a:t>Future Vision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AC"/>
                </a:solidFill>
              </a:rPr>
              <a:t>7</a:t>
            </a:r>
            <a:endParaRPr lang="en-US" sz="800" dirty="0"/>
          </a:p>
        </p:txBody>
      </p:sp>
      <p:sp>
        <p:nvSpPr>
          <p:cNvPr id="5" name="Card Build plan"/>
          <p:cNvSpPr/>
          <p:nvPr/>
        </p:nvSpPr>
        <p:spPr>
          <a:xfrm>
            <a:off x="365760" y="914400"/>
            <a:ext cx="2651760" cy="283464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45720"/>
          </a:xfrm>
          <a:prstGeom prst="rect">
            <a:avLst/>
          </a:prstGeom>
          <a:solidFill>
            <a:srgbClr val="34D69A"/>
          </a:solidFill>
          <a:ln w="12700">
            <a:solidFill>
              <a:srgbClr val="34D6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Build plan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371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Inspect the project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Upgrade the student UI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Add management portal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Add matching and claims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Connect to the database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Test every workflow</a:t>
            </a:r>
            <a:endParaRPr lang="en-US" sz="1050" dirty="0"/>
          </a:p>
        </p:txBody>
      </p:sp>
      <p:sp>
        <p:nvSpPr>
          <p:cNvPr id="9" name="Card Future improvements"/>
          <p:cNvSpPr/>
          <p:nvPr/>
        </p:nvSpPr>
        <p:spPr>
          <a:xfrm>
            <a:off x="3246120" y="914400"/>
            <a:ext cx="2651760" cy="283464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14400"/>
            <a:ext cx="2651760" cy="45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Future improvements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371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Image-based matching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Email or push alerts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Analytics dashboards</a:t>
            </a:r>
            <a:endParaRPr lang="en-US" sz="1050" dirty="0"/>
          </a:p>
        </p:txBody>
      </p:sp>
      <p:sp>
        <p:nvSpPr>
          <p:cNvPr id="13" name="Card Scalability"/>
          <p:cNvSpPr/>
          <p:nvPr/>
        </p:nvSpPr>
        <p:spPr>
          <a:xfrm>
            <a:off x="6126480" y="914400"/>
            <a:ext cx="2651760" cy="283464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14400"/>
            <a:ext cx="2651760" cy="45720"/>
          </a:xfrm>
          <a:prstGeom prst="rect">
            <a:avLst/>
          </a:prstGeom>
          <a:solidFill>
            <a:srgbClr val="12936B"/>
          </a:solidFill>
          <a:ln w="12700">
            <a:solidFill>
              <a:srgbClr val="1293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371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Multi-campus support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Campus-based staff access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</a:rPr>
              <a:t>Database can grow with more users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solidFill>
            <a:srgbClr val="191D28"/>
          </a:solidFill>
          <a:ln w="12700">
            <a:solidFill>
              <a:srgbClr val="191D2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706</Words>
  <Application>Microsoft Office PowerPoint</Application>
  <PresentationFormat>On-screen Show (16:9)</PresentationFormat>
  <Paragraphs>188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Back - Smart College Lost-and-Found System</dc:title>
  <dc:subject>PptxGenJS Presentation</dc:subject>
  <dc:creator>PptxGenJS</dc:creator>
  <cp:lastModifiedBy>rakshithagantaji@outlook.com</cp:lastModifiedBy>
  <cp:revision>2</cp:revision>
  <dcterms:created xsi:type="dcterms:W3CDTF">2026-10-10T04:57:11Z</dcterms:created>
  <dcterms:modified xsi:type="dcterms:W3CDTF">2026-10-10T05:14:41Z</dcterms:modified>
</cp:coreProperties>
</file>